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5DC310-4E73-424B-92FD-00F9C0AEBE8F}" v="14" dt="2025-11-18T15:08:47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HARI NIKOLOV" userId="69497bac-c65f-4b7c-a7b1-b38745be656e" providerId="ADAL" clId="{CEE3D067-EA0E-4751-8393-64DA0B6C1B13}"/>
    <pc:docChg chg="undo custSel modSld">
      <pc:chgData name="ZAHARI NIKOLOV" userId="69497bac-c65f-4b7c-a7b1-b38745be656e" providerId="ADAL" clId="{CEE3D067-EA0E-4751-8393-64DA0B6C1B13}" dt="2025-11-18T15:08:53.336" v="217" actId="1076"/>
      <pc:docMkLst>
        <pc:docMk/>
      </pc:docMkLst>
      <pc:sldChg chg="addSp delSp modSp mod">
        <pc:chgData name="ZAHARI NIKOLOV" userId="69497bac-c65f-4b7c-a7b1-b38745be656e" providerId="ADAL" clId="{CEE3D067-EA0E-4751-8393-64DA0B6C1B13}" dt="2025-11-18T15:08:53.336" v="217" actId="1076"/>
        <pc:sldMkLst>
          <pc:docMk/>
          <pc:sldMk cId="1520956907" sldId="256"/>
        </pc:sldMkLst>
        <pc:spChg chg="add mod">
          <ac:chgData name="ZAHARI NIKOLOV" userId="69497bac-c65f-4b7c-a7b1-b38745be656e" providerId="ADAL" clId="{CEE3D067-EA0E-4751-8393-64DA0B6C1B13}" dt="2025-11-18T15:04:17.913" v="134" actId="1076"/>
          <ac:spMkLst>
            <pc:docMk/>
            <pc:sldMk cId="1520956907" sldId="256"/>
            <ac:spMk id="12" creationId="{EFEE1F6C-04B1-269F-218C-4822037B7A31}"/>
          </ac:spMkLst>
        </pc:spChg>
        <pc:spChg chg="mod">
          <ac:chgData name="ZAHARI NIKOLOV" userId="69497bac-c65f-4b7c-a7b1-b38745be656e" providerId="ADAL" clId="{CEE3D067-EA0E-4751-8393-64DA0B6C1B13}" dt="2025-11-18T15:07:16.599" v="192" actId="1076"/>
          <ac:spMkLst>
            <pc:docMk/>
            <pc:sldMk cId="1520956907" sldId="256"/>
            <ac:spMk id="22" creationId="{3FFDB64B-1805-6ED0-F88B-E869BE675F76}"/>
          </ac:spMkLst>
        </pc:spChg>
        <pc:spChg chg="mod">
          <ac:chgData name="ZAHARI NIKOLOV" userId="69497bac-c65f-4b7c-a7b1-b38745be656e" providerId="ADAL" clId="{CEE3D067-EA0E-4751-8393-64DA0B6C1B13}" dt="2025-11-18T15:04:26.553" v="140" actId="1076"/>
          <ac:spMkLst>
            <pc:docMk/>
            <pc:sldMk cId="1520956907" sldId="256"/>
            <ac:spMk id="25" creationId="{4B3C37AB-AB10-85D7-15D9-E665AF670679}"/>
          </ac:spMkLst>
        </pc:spChg>
        <pc:spChg chg="del mod">
          <ac:chgData name="ZAHARI NIKOLOV" userId="69497bac-c65f-4b7c-a7b1-b38745be656e" providerId="ADAL" clId="{CEE3D067-EA0E-4751-8393-64DA0B6C1B13}" dt="2025-11-18T14:55:55.335" v="39" actId="478"/>
          <ac:spMkLst>
            <pc:docMk/>
            <pc:sldMk cId="1520956907" sldId="256"/>
            <ac:spMk id="29" creationId="{167A92F8-C3C3-F288-E2BA-46E1D8840592}"/>
          </ac:spMkLst>
        </pc:spChg>
        <pc:spChg chg="del">
          <ac:chgData name="ZAHARI NIKOLOV" userId="69497bac-c65f-4b7c-a7b1-b38745be656e" providerId="ADAL" clId="{CEE3D067-EA0E-4751-8393-64DA0B6C1B13}" dt="2025-11-18T14:55:56.888" v="41" actId="478"/>
          <ac:spMkLst>
            <pc:docMk/>
            <pc:sldMk cId="1520956907" sldId="256"/>
            <ac:spMk id="30" creationId="{FDB7E4AA-32BC-4C81-9B2C-BBEA07BC81E2}"/>
          </ac:spMkLst>
        </pc:spChg>
        <pc:spChg chg="mod">
          <ac:chgData name="ZAHARI NIKOLOV" userId="69497bac-c65f-4b7c-a7b1-b38745be656e" providerId="ADAL" clId="{CEE3D067-EA0E-4751-8393-64DA0B6C1B13}" dt="2025-11-18T15:05:31.593" v="160" actId="1076"/>
          <ac:spMkLst>
            <pc:docMk/>
            <pc:sldMk cId="1520956907" sldId="256"/>
            <ac:spMk id="31" creationId="{A064ADA7-B788-FD80-0ADB-053549C4D0A8}"/>
          </ac:spMkLst>
        </pc:spChg>
        <pc:spChg chg="del mod">
          <ac:chgData name="ZAHARI NIKOLOV" userId="69497bac-c65f-4b7c-a7b1-b38745be656e" providerId="ADAL" clId="{CEE3D067-EA0E-4751-8393-64DA0B6C1B13}" dt="2025-11-18T14:56:04.297" v="46" actId="21"/>
          <ac:spMkLst>
            <pc:docMk/>
            <pc:sldMk cId="1520956907" sldId="256"/>
            <ac:spMk id="40" creationId="{35F32B69-90A0-D90F-1276-E19AF5843D3C}"/>
          </ac:spMkLst>
        </pc:spChg>
        <pc:spChg chg="add mod">
          <ac:chgData name="ZAHARI NIKOLOV" userId="69497bac-c65f-4b7c-a7b1-b38745be656e" providerId="ADAL" clId="{CEE3D067-EA0E-4751-8393-64DA0B6C1B13}" dt="2025-11-18T15:08:19.481" v="205" actId="1076"/>
          <ac:spMkLst>
            <pc:docMk/>
            <pc:sldMk cId="1520956907" sldId="256"/>
            <ac:spMk id="43" creationId="{617AFBF1-5D29-74F0-D863-D5A5A19533A9}"/>
          </ac:spMkLst>
        </pc:spChg>
        <pc:spChg chg="del">
          <ac:chgData name="ZAHARI NIKOLOV" userId="69497bac-c65f-4b7c-a7b1-b38745be656e" providerId="ADAL" clId="{CEE3D067-EA0E-4751-8393-64DA0B6C1B13}" dt="2025-11-18T14:56:06.421" v="47" actId="21"/>
          <ac:spMkLst>
            <pc:docMk/>
            <pc:sldMk cId="1520956907" sldId="256"/>
            <ac:spMk id="43" creationId="{F2E37E4B-2925-2AF1-474E-83FC25DC7F20}"/>
          </ac:spMkLst>
        </pc:spChg>
        <pc:spChg chg="add mod">
          <ac:chgData name="ZAHARI NIKOLOV" userId="69497bac-c65f-4b7c-a7b1-b38745be656e" providerId="ADAL" clId="{CEE3D067-EA0E-4751-8393-64DA0B6C1B13}" dt="2025-11-18T15:08:39.673" v="211" actId="1076"/>
          <ac:spMkLst>
            <pc:docMk/>
            <pc:sldMk cId="1520956907" sldId="256"/>
            <ac:spMk id="44" creationId="{261F1D72-F039-89AD-A895-6BA41E7F0641}"/>
          </ac:spMkLst>
        </pc:spChg>
        <pc:spChg chg="add mod">
          <ac:chgData name="ZAHARI NIKOLOV" userId="69497bac-c65f-4b7c-a7b1-b38745be656e" providerId="ADAL" clId="{CEE3D067-EA0E-4751-8393-64DA0B6C1B13}" dt="2025-11-18T15:08:53.336" v="217" actId="1076"/>
          <ac:spMkLst>
            <pc:docMk/>
            <pc:sldMk cId="1520956907" sldId="256"/>
            <ac:spMk id="45" creationId="{1409EA89-7A23-5018-0386-C7F91BA27A69}"/>
          </ac:spMkLst>
        </pc:spChg>
        <pc:spChg chg="mod">
          <ac:chgData name="ZAHARI NIKOLOV" userId="69497bac-c65f-4b7c-a7b1-b38745be656e" providerId="ADAL" clId="{CEE3D067-EA0E-4751-8393-64DA0B6C1B13}" dt="2025-11-18T15:06:55.272" v="185" actId="1076"/>
          <ac:spMkLst>
            <pc:docMk/>
            <pc:sldMk cId="1520956907" sldId="256"/>
            <ac:spMk id="46" creationId="{71942F69-2FBB-D1B1-E868-F969267739E1}"/>
          </ac:spMkLst>
        </pc:spChg>
        <pc:spChg chg="mod">
          <ac:chgData name="ZAHARI NIKOLOV" userId="69497bac-c65f-4b7c-a7b1-b38745be656e" providerId="ADAL" clId="{CEE3D067-EA0E-4751-8393-64DA0B6C1B13}" dt="2025-11-18T14:57:53.325" v="72" actId="1076"/>
          <ac:spMkLst>
            <pc:docMk/>
            <pc:sldMk cId="1520956907" sldId="256"/>
            <ac:spMk id="53" creationId="{EA0858FA-CB80-C990-099E-E17EA5B2A530}"/>
          </ac:spMkLst>
        </pc:spChg>
        <pc:spChg chg="del">
          <ac:chgData name="ZAHARI NIKOLOV" userId="69497bac-c65f-4b7c-a7b1-b38745be656e" providerId="ADAL" clId="{CEE3D067-EA0E-4751-8393-64DA0B6C1B13}" dt="2025-11-18T14:56:11.088" v="49" actId="21"/>
          <ac:spMkLst>
            <pc:docMk/>
            <pc:sldMk cId="1520956907" sldId="256"/>
            <ac:spMk id="54" creationId="{856B5BE2-D345-B41F-F7CD-2893620DDB19}"/>
          </ac:spMkLst>
        </pc:spChg>
        <pc:spChg chg="del">
          <ac:chgData name="ZAHARI NIKOLOV" userId="69497bac-c65f-4b7c-a7b1-b38745be656e" providerId="ADAL" clId="{CEE3D067-EA0E-4751-8393-64DA0B6C1B13}" dt="2025-11-18T14:56:09.095" v="48" actId="21"/>
          <ac:spMkLst>
            <pc:docMk/>
            <pc:sldMk cId="1520956907" sldId="256"/>
            <ac:spMk id="55" creationId="{849C6E6E-5FE9-E256-C640-FFFE30B40F7A}"/>
          </ac:spMkLst>
        </pc:spChg>
        <pc:spChg chg="mod">
          <ac:chgData name="ZAHARI NIKOLOV" userId="69497bac-c65f-4b7c-a7b1-b38745be656e" providerId="ADAL" clId="{CEE3D067-EA0E-4751-8393-64DA0B6C1B13}" dt="2025-11-18T15:07:02.345" v="187" actId="1076"/>
          <ac:spMkLst>
            <pc:docMk/>
            <pc:sldMk cId="1520956907" sldId="256"/>
            <ac:spMk id="58" creationId="{AF995339-A093-2DAB-DDDA-EC44D0AB89D0}"/>
          </ac:spMkLst>
        </pc:spChg>
        <pc:spChg chg="del">
          <ac:chgData name="ZAHARI NIKOLOV" userId="69497bac-c65f-4b7c-a7b1-b38745be656e" providerId="ADAL" clId="{CEE3D067-EA0E-4751-8393-64DA0B6C1B13}" dt="2025-11-18T14:52:15.933" v="0" actId="478"/>
          <ac:spMkLst>
            <pc:docMk/>
            <pc:sldMk cId="1520956907" sldId="256"/>
            <ac:spMk id="62" creationId="{ECD81E38-3968-50D8-E944-7795881CBCE1}"/>
          </ac:spMkLst>
        </pc:spChg>
        <pc:spChg chg="del mod">
          <ac:chgData name="ZAHARI NIKOLOV" userId="69497bac-c65f-4b7c-a7b1-b38745be656e" providerId="ADAL" clId="{CEE3D067-EA0E-4751-8393-64DA0B6C1B13}" dt="2025-11-18T14:52:20.428" v="3" actId="21"/>
          <ac:spMkLst>
            <pc:docMk/>
            <pc:sldMk cId="1520956907" sldId="256"/>
            <ac:spMk id="63" creationId="{88D135C7-AEC6-7388-841C-5D6A023973B7}"/>
          </ac:spMkLst>
        </pc:spChg>
        <pc:spChg chg="add del mod">
          <ac:chgData name="ZAHARI NIKOLOV" userId="69497bac-c65f-4b7c-a7b1-b38745be656e" providerId="ADAL" clId="{CEE3D067-EA0E-4751-8393-64DA0B6C1B13}" dt="2025-11-18T14:56:46.474" v="61" actId="21"/>
          <ac:spMkLst>
            <pc:docMk/>
            <pc:sldMk cId="1520956907" sldId="256"/>
            <ac:spMk id="77" creationId="{DC27B552-FAD3-EFBA-DFE6-BF3F1DE1E4BA}"/>
          </ac:spMkLst>
        </pc:spChg>
        <pc:spChg chg="add mod">
          <ac:chgData name="ZAHARI NIKOLOV" userId="69497bac-c65f-4b7c-a7b1-b38745be656e" providerId="ADAL" clId="{CEE3D067-EA0E-4751-8393-64DA0B6C1B13}" dt="2025-11-18T14:57:35.690" v="68" actId="767"/>
          <ac:spMkLst>
            <pc:docMk/>
            <pc:sldMk cId="1520956907" sldId="256"/>
            <ac:spMk id="81" creationId="{4500DCFB-416D-E609-E9FA-D1663CA3F223}"/>
          </ac:spMkLst>
        </pc:spChg>
        <pc:spChg chg="add mod">
          <ac:chgData name="ZAHARI NIKOLOV" userId="69497bac-c65f-4b7c-a7b1-b38745be656e" providerId="ADAL" clId="{CEE3D067-EA0E-4751-8393-64DA0B6C1B13}" dt="2025-11-18T14:58:21.417" v="79" actId="1076"/>
          <ac:spMkLst>
            <pc:docMk/>
            <pc:sldMk cId="1520956907" sldId="256"/>
            <ac:spMk id="84" creationId="{A258DD68-3ED5-1C18-0AEC-C373A9097ECF}"/>
          </ac:spMkLst>
        </pc:spChg>
        <pc:spChg chg="add mod">
          <ac:chgData name="ZAHARI NIKOLOV" userId="69497bac-c65f-4b7c-a7b1-b38745be656e" providerId="ADAL" clId="{CEE3D067-EA0E-4751-8393-64DA0B6C1B13}" dt="2025-11-18T15:05:09.353" v="155" actId="1076"/>
          <ac:spMkLst>
            <pc:docMk/>
            <pc:sldMk cId="1520956907" sldId="256"/>
            <ac:spMk id="85" creationId="{C142C663-BCB1-CB58-DC3C-AEE1A485BC4C}"/>
          </ac:spMkLst>
        </pc:spChg>
        <pc:spChg chg="add mod">
          <ac:chgData name="ZAHARI NIKOLOV" userId="69497bac-c65f-4b7c-a7b1-b38745be656e" providerId="ADAL" clId="{CEE3D067-EA0E-4751-8393-64DA0B6C1B13}" dt="2025-11-18T15:06:04.769" v="169" actId="1076"/>
          <ac:spMkLst>
            <pc:docMk/>
            <pc:sldMk cId="1520956907" sldId="256"/>
            <ac:spMk id="88" creationId="{D191BBDA-B0F3-BAD5-B584-E4CED7795DAB}"/>
          </ac:spMkLst>
        </pc:spChg>
        <pc:spChg chg="add mod">
          <ac:chgData name="ZAHARI NIKOLOV" userId="69497bac-c65f-4b7c-a7b1-b38745be656e" providerId="ADAL" clId="{CEE3D067-EA0E-4751-8393-64DA0B6C1B13}" dt="2025-11-18T15:07:25.385" v="195" actId="1076"/>
          <ac:spMkLst>
            <pc:docMk/>
            <pc:sldMk cId="1520956907" sldId="256"/>
            <ac:spMk id="94" creationId="{07386750-DE51-D334-871D-B23258D95ED8}"/>
          </ac:spMkLst>
        </pc:spChg>
        <pc:spChg chg="add mod">
          <ac:chgData name="ZAHARI NIKOLOV" userId="69497bac-c65f-4b7c-a7b1-b38745be656e" providerId="ADAL" clId="{CEE3D067-EA0E-4751-8393-64DA0B6C1B13}" dt="2025-11-18T15:06:39.001" v="177" actId="1076"/>
          <ac:spMkLst>
            <pc:docMk/>
            <pc:sldMk cId="1520956907" sldId="256"/>
            <ac:spMk id="103" creationId="{4AAD672B-15E5-6B7D-BEED-AF8B7532E907}"/>
          </ac:spMkLst>
        </pc:spChg>
        <pc:picChg chg="add del mod">
          <ac:chgData name="ZAHARI NIKOLOV" userId="69497bac-c65f-4b7c-a7b1-b38745be656e" providerId="ADAL" clId="{CEE3D067-EA0E-4751-8393-64DA0B6C1B13}" dt="2025-11-18T15:06:57.753" v="186" actId="1076"/>
          <ac:picMkLst>
            <pc:docMk/>
            <pc:sldMk cId="1520956907" sldId="256"/>
            <ac:picMk id="67" creationId="{1273618A-2124-EFDB-20C1-40BF56E7629D}"/>
          </ac:picMkLst>
        </pc:picChg>
        <pc:cxnChg chg="add del mod">
          <ac:chgData name="ZAHARI NIKOLOV" userId="69497bac-c65f-4b7c-a7b1-b38745be656e" providerId="ADAL" clId="{CEE3D067-EA0E-4751-8393-64DA0B6C1B13}" dt="2025-11-18T15:04:18.804" v="138" actId="11529"/>
          <ac:cxnSpMkLst>
            <pc:docMk/>
            <pc:sldMk cId="1520956907" sldId="256"/>
            <ac:cxnSpMk id="3" creationId="{B57423A9-7325-473C-C2EB-E895EB98B964}"/>
          </ac:cxnSpMkLst>
        </pc:cxnChg>
        <pc:cxnChg chg="add del">
          <ac:chgData name="ZAHARI NIKOLOV" userId="69497bac-c65f-4b7c-a7b1-b38745be656e" providerId="ADAL" clId="{CEE3D067-EA0E-4751-8393-64DA0B6C1B13}" dt="2025-11-18T15:04:00.683" v="129" actId="11529"/>
          <ac:cxnSpMkLst>
            <pc:docMk/>
            <pc:sldMk cId="1520956907" sldId="256"/>
            <ac:cxnSpMk id="7" creationId="{74AAC7C1-1DCC-61C8-A5E0-D6805521518F}"/>
          </ac:cxnSpMkLst>
        </pc:cxnChg>
        <pc:cxnChg chg="add del mod">
          <ac:chgData name="ZAHARI NIKOLOV" userId="69497bac-c65f-4b7c-a7b1-b38745be656e" providerId="ADAL" clId="{CEE3D067-EA0E-4751-8393-64DA0B6C1B13}" dt="2025-11-18T15:04:18.434" v="136" actId="11529"/>
          <ac:cxnSpMkLst>
            <pc:docMk/>
            <pc:sldMk cId="1520956907" sldId="256"/>
            <ac:cxnSpMk id="10" creationId="{BA25EF79-A033-0463-3779-912F9CDC38F0}"/>
          </ac:cxnSpMkLst>
        </pc:cxnChg>
        <pc:cxnChg chg="add del mod">
          <ac:chgData name="ZAHARI NIKOLOV" userId="69497bac-c65f-4b7c-a7b1-b38745be656e" providerId="ADAL" clId="{CEE3D067-EA0E-4751-8393-64DA0B6C1B13}" dt="2025-11-18T14:55:55.909" v="40" actId="478"/>
          <ac:cxnSpMkLst>
            <pc:docMk/>
            <pc:sldMk cId="1520956907" sldId="256"/>
            <ac:cxnSpMk id="24" creationId="{5746A3BA-5C4A-EF71-508D-BD5154AAEA90}"/>
          </ac:cxnSpMkLst>
        </pc:cxnChg>
        <pc:cxnChg chg="del">
          <ac:chgData name="ZAHARI NIKOLOV" userId="69497bac-c65f-4b7c-a7b1-b38745be656e" providerId="ADAL" clId="{CEE3D067-EA0E-4751-8393-64DA0B6C1B13}" dt="2025-11-18T14:55:57.446" v="42" actId="478"/>
          <ac:cxnSpMkLst>
            <pc:docMk/>
            <pc:sldMk cId="1520956907" sldId="256"/>
            <ac:cxnSpMk id="28" creationId="{223B70A7-0AFB-01C7-D559-388C607B99C0}"/>
          </ac:cxnSpMkLst>
        </pc:cxnChg>
        <pc:cxnChg chg="add mod">
          <ac:chgData name="ZAHARI NIKOLOV" userId="69497bac-c65f-4b7c-a7b1-b38745be656e" providerId="ADAL" clId="{CEE3D067-EA0E-4751-8393-64DA0B6C1B13}" dt="2025-11-18T15:06:31.633" v="175" actId="13822"/>
          <ac:cxnSpMkLst>
            <pc:docMk/>
            <pc:sldMk cId="1520956907" sldId="256"/>
            <ac:cxnSpMk id="29" creationId="{AE98494B-CEAD-11A4-7B8C-7398ECAEE940}"/>
          </ac:cxnSpMkLst>
        </pc:cxnChg>
        <pc:cxnChg chg="del">
          <ac:chgData name="ZAHARI NIKOLOV" userId="69497bac-c65f-4b7c-a7b1-b38745be656e" providerId="ADAL" clId="{CEE3D067-EA0E-4751-8393-64DA0B6C1B13}" dt="2025-11-18T14:55:51.541" v="36" actId="478"/>
          <ac:cxnSpMkLst>
            <pc:docMk/>
            <pc:sldMk cId="1520956907" sldId="256"/>
            <ac:cxnSpMk id="33" creationId="{0EBAA86A-FC82-2772-D6AD-ABD41AF4ADA3}"/>
          </ac:cxnSpMkLst>
        </pc:cxnChg>
        <pc:cxnChg chg="del">
          <ac:chgData name="ZAHARI NIKOLOV" userId="69497bac-c65f-4b7c-a7b1-b38745be656e" providerId="ADAL" clId="{CEE3D067-EA0E-4751-8393-64DA0B6C1B13}" dt="2025-11-18T14:55:52.294" v="37" actId="478"/>
          <ac:cxnSpMkLst>
            <pc:docMk/>
            <pc:sldMk cId="1520956907" sldId="256"/>
            <ac:cxnSpMk id="37" creationId="{E03FC334-1E68-91D3-E2E0-7AA82CE6915C}"/>
          </ac:cxnSpMkLst>
        </pc:cxnChg>
        <pc:cxnChg chg="add mod">
          <ac:chgData name="ZAHARI NIKOLOV" userId="69497bac-c65f-4b7c-a7b1-b38745be656e" providerId="ADAL" clId="{CEE3D067-EA0E-4751-8393-64DA0B6C1B13}" dt="2025-11-18T15:07:40.812" v="197" actId="13822"/>
          <ac:cxnSpMkLst>
            <pc:docMk/>
            <pc:sldMk cId="1520956907" sldId="256"/>
            <ac:cxnSpMk id="38" creationId="{A49446CC-E616-81DF-66D4-AD6CFE0DE991}"/>
          </ac:cxnSpMkLst>
        </pc:cxnChg>
        <pc:cxnChg chg="del">
          <ac:chgData name="ZAHARI NIKOLOV" userId="69497bac-c65f-4b7c-a7b1-b38745be656e" providerId="ADAL" clId="{CEE3D067-EA0E-4751-8393-64DA0B6C1B13}" dt="2025-11-18T14:56:47.635" v="62" actId="478"/>
          <ac:cxnSpMkLst>
            <pc:docMk/>
            <pc:sldMk cId="1520956907" sldId="256"/>
            <ac:cxnSpMk id="39" creationId="{7E6C7E8D-4C3B-CB1E-DD80-31F377B25A07}"/>
          </ac:cxnSpMkLst>
        </pc:cxnChg>
        <pc:cxnChg chg="add mod">
          <ac:chgData name="ZAHARI NIKOLOV" userId="69497bac-c65f-4b7c-a7b1-b38745be656e" providerId="ADAL" clId="{CEE3D067-EA0E-4751-8393-64DA0B6C1B13}" dt="2025-11-18T15:07:49.225" v="199" actId="13822"/>
          <ac:cxnSpMkLst>
            <pc:docMk/>
            <pc:sldMk cId="1520956907" sldId="256"/>
            <ac:cxnSpMk id="40" creationId="{21BE97A0-CC03-1F67-90FB-5B4DB548CB75}"/>
          </ac:cxnSpMkLst>
        </pc:cxnChg>
        <pc:cxnChg chg="add mod">
          <ac:chgData name="ZAHARI NIKOLOV" userId="69497bac-c65f-4b7c-a7b1-b38745be656e" providerId="ADAL" clId="{CEE3D067-EA0E-4751-8393-64DA0B6C1B13}" dt="2025-11-18T15:08:05.178" v="201" actId="13822"/>
          <ac:cxnSpMkLst>
            <pc:docMk/>
            <pc:sldMk cId="1520956907" sldId="256"/>
            <ac:cxnSpMk id="42" creationId="{3224A6F8-E229-4F3D-336E-8C7AC4A210AC}"/>
          </ac:cxnSpMkLst>
        </pc:cxnChg>
        <pc:cxnChg chg="del">
          <ac:chgData name="ZAHARI NIKOLOV" userId="69497bac-c65f-4b7c-a7b1-b38745be656e" providerId="ADAL" clId="{CEE3D067-EA0E-4751-8393-64DA0B6C1B13}" dt="2025-11-18T14:56:11.822" v="50" actId="478"/>
          <ac:cxnSpMkLst>
            <pc:docMk/>
            <pc:sldMk cId="1520956907" sldId="256"/>
            <ac:cxnSpMk id="42" creationId="{AF75D215-2770-3DEA-3C77-F76CE020BF53}"/>
          </ac:cxnSpMkLst>
        </pc:cxnChg>
        <pc:cxnChg chg="del mod">
          <ac:chgData name="ZAHARI NIKOLOV" userId="69497bac-c65f-4b7c-a7b1-b38745be656e" providerId="ADAL" clId="{CEE3D067-EA0E-4751-8393-64DA0B6C1B13}" dt="2025-11-18T14:55:58.679" v="43" actId="478"/>
          <ac:cxnSpMkLst>
            <pc:docMk/>
            <pc:sldMk cId="1520956907" sldId="256"/>
            <ac:cxnSpMk id="45" creationId="{98078802-2409-D1A5-D89D-B7422345DB1A}"/>
          </ac:cxnSpMkLst>
        </pc:cxnChg>
        <pc:cxnChg chg="del">
          <ac:chgData name="ZAHARI NIKOLOV" userId="69497bac-c65f-4b7c-a7b1-b38745be656e" providerId="ADAL" clId="{CEE3D067-EA0E-4751-8393-64DA0B6C1B13}" dt="2025-11-18T14:55:49.343" v="35" actId="478"/>
          <ac:cxnSpMkLst>
            <pc:docMk/>
            <pc:sldMk cId="1520956907" sldId="256"/>
            <ac:cxnSpMk id="50" creationId="{AD8A7E6E-4724-979F-D9FA-651620C1E033}"/>
          </ac:cxnSpMkLst>
        </pc:cxnChg>
        <pc:cxnChg chg="del">
          <ac:chgData name="ZAHARI NIKOLOV" userId="69497bac-c65f-4b7c-a7b1-b38745be656e" providerId="ADAL" clId="{CEE3D067-EA0E-4751-8393-64DA0B6C1B13}" dt="2025-11-18T14:56:13.006" v="51" actId="478"/>
          <ac:cxnSpMkLst>
            <pc:docMk/>
            <pc:sldMk cId="1520956907" sldId="256"/>
            <ac:cxnSpMk id="52" creationId="{1530DCC3-885E-EA1C-A53E-A01BEBE148F4}"/>
          </ac:cxnSpMkLst>
        </pc:cxnChg>
        <pc:cxnChg chg="del">
          <ac:chgData name="ZAHARI NIKOLOV" userId="69497bac-c65f-4b7c-a7b1-b38745be656e" providerId="ADAL" clId="{CEE3D067-EA0E-4751-8393-64DA0B6C1B13}" dt="2025-11-18T14:55:46.662" v="33" actId="478"/>
          <ac:cxnSpMkLst>
            <pc:docMk/>
            <pc:sldMk cId="1520956907" sldId="256"/>
            <ac:cxnSpMk id="57" creationId="{169C3E6D-D0A7-04E8-1FE6-79AC95469C0F}"/>
          </ac:cxnSpMkLst>
        </pc:cxnChg>
        <pc:cxnChg chg="del">
          <ac:chgData name="ZAHARI NIKOLOV" userId="69497bac-c65f-4b7c-a7b1-b38745be656e" providerId="ADAL" clId="{CEE3D067-EA0E-4751-8393-64DA0B6C1B13}" dt="2025-11-18T14:52:16.944" v="1" actId="478"/>
          <ac:cxnSpMkLst>
            <pc:docMk/>
            <pc:sldMk cId="1520956907" sldId="256"/>
            <ac:cxnSpMk id="60" creationId="{BBA88A1E-E685-1ABD-D962-9F436A86377E}"/>
          </ac:cxnSpMkLst>
        </pc:cxnChg>
        <pc:cxnChg chg="add del">
          <ac:chgData name="ZAHARI NIKOLOV" userId="69497bac-c65f-4b7c-a7b1-b38745be656e" providerId="ADAL" clId="{CEE3D067-EA0E-4751-8393-64DA0B6C1B13}" dt="2025-11-18T14:53:00.949" v="13" actId="11529"/>
          <ac:cxnSpMkLst>
            <pc:docMk/>
            <pc:sldMk cId="1520956907" sldId="256"/>
            <ac:cxnSpMk id="69" creationId="{55048540-DA3C-F6D3-983E-2B3CA46A75E7}"/>
          </ac:cxnSpMkLst>
        </pc:cxnChg>
        <pc:cxnChg chg="add del mod">
          <ac:chgData name="ZAHARI NIKOLOV" userId="69497bac-c65f-4b7c-a7b1-b38745be656e" providerId="ADAL" clId="{CEE3D067-EA0E-4751-8393-64DA0B6C1B13}" dt="2025-11-18T14:56:36.400" v="58" actId="478"/>
          <ac:cxnSpMkLst>
            <pc:docMk/>
            <pc:sldMk cId="1520956907" sldId="256"/>
            <ac:cxnSpMk id="71" creationId="{A497E83C-F406-DFE8-ECB6-1CA02A223F8B}"/>
          </ac:cxnSpMkLst>
        </pc:cxnChg>
        <pc:cxnChg chg="add del mod">
          <ac:chgData name="ZAHARI NIKOLOV" userId="69497bac-c65f-4b7c-a7b1-b38745be656e" providerId="ADAL" clId="{CEE3D067-EA0E-4751-8393-64DA0B6C1B13}" dt="2025-11-18T14:56:44.652" v="60" actId="478"/>
          <ac:cxnSpMkLst>
            <pc:docMk/>
            <pc:sldMk cId="1520956907" sldId="256"/>
            <ac:cxnSpMk id="76" creationId="{1D65BA73-E6DF-B394-7AD4-86086C3C1E97}"/>
          </ac:cxnSpMkLst>
        </pc:cxnChg>
        <pc:cxnChg chg="add mod">
          <ac:chgData name="ZAHARI NIKOLOV" userId="69497bac-c65f-4b7c-a7b1-b38745be656e" providerId="ADAL" clId="{CEE3D067-EA0E-4751-8393-64DA0B6C1B13}" dt="2025-11-18T15:07:22.369" v="194" actId="14100"/>
          <ac:cxnSpMkLst>
            <pc:docMk/>
            <pc:sldMk cId="1520956907" sldId="256"/>
            <ac:cxnSpMk id="79" creationId="{AF6F73C3-D065-A18C-FB00-C593D12A555B}"/>
          </ac:cxnSpMkLst>
        </pc:cxnChg>
        <pc:cxnChg chg="add mod">
          <ac:chgData name="ZAHARI NIKOLOV" userId="69497bac-c65f-4b7c-a7b1-b38745be656e" providerId="ADAL" clId="{CEE3D067-EA0E-4751-8393-64DA0B6C1B13}" dt="2025-11-18T14:58:09.386" v="74" actId="13822"/>
          <ac:cxnSpMkLst>
            <pc:docMk/>
            <pc:sldMk cId="1520956907" sldId="256"/>
            <ac:cxnSpMk id="83" creationId="{237FF790-39BD-10A4-8765-B04B2973EB33}"/>
          </ac:cxnSpMkLst>
        </pc:cxnChg>
        <pc:cxnChg chg="add mod">
          <ac:chgData name="ZAHARI NIKOLOV" userId="69497bac-c65f-4b7c-a7b1-b38745be656e" providerId="ADAL" clId="{CEE3D067-EA0E-4751-8393-64DA0B6C1B13}" dt="2025-11-18T15:07:19.649" v="193" actId="14100"/>
          <ac:cxnSpMkLst>
            <pc:docMk/>
            <pc:sldMk cId="1520956907" sldId="256"/>
            <ac:cxnSpMk id="87" creationId="{63386F74-F03A-90E1-175E-B5E9D034D1CA}"/>
          </ac:cxnSpMkLst>
        </pc:cxnChg>
        <pc:cxnChg chg="add mod">
          <ac:chgData name="ZAHARI NIKOLOV" userId="69497bac-c65f-4b7c-a7b1-b38745be656e" providerId="ADAL" clId="{CEE3D067-EA0E-4751-8393-64DA0B6C1B13}" dt="2025-11-18T15:06:02.249" v="168" actId="14100"/>
          <ac:cxnSpMkLst>
            <pc:docMk/>
            <pc:sldMk cId="1520956907" sldId="256"/>
            <ac:cxnSpMk id="90" creationId="{78F40571-C1FB-76D9-2820-FCB4D6837430}"/>
          </ac:cxnSpMkLst>
        </pc:cxnChg>
        <pc:cxnChg chg="add mod">
          <ac:chgData name="ZAHARI NIKOLOV" userId="69497bac-c65f-4b7c-a7b1-b38745be656e" providerId="ADAL" clId="{CEE3D067-EA0E-4751-8393-64DA0B6C1B13}" dt="2025-11-18T15:07:13.586" v="190" actId="1076"/>
          <ac:cxnSpMkLst>
            <pc:docMk/>
            <pc:sldMk cId="1520956907" sldId="256"/>
            <ac:cxnSpMk id="93" creationId="{964A47B8-38A4-A8B8-E65B-4FBC39A6D352}"/>
          </ac:cxnSpMkLst>
        </pc:cxnChg>
        <pc:cxnChg chg="add mod">
          <ac:chgData name="ZAHARI NIKOLOV" userId="69497bac-c65f-4b7c-a7b1-b38745be656e" providerId="ADAL" clId="{CEE3D067-EA0E-4751-8393-64DA0B6C1B13}" dt="2025-11-18T15:06:53.769" v="184" actId="14100"/>
          <ac:cxnSpMkLst>
            <pc:docMk/>
            <pc:sldMk cId="1520956907" sldId="256"/>
            <ac:cxnSpMk id="96" creationId="{0842F605-59A7-B1B4-752C-21FE3B990B1B}"/>
          </ac:cxnSpMkLst>
        </pc:cxnChg>
        <pc:cxnChg chg="add del">
          <ac:chgData name="ZAHARI NIKOLOV" userId="69497bac-c65f-4b7c-a7b1-b38745be656e" providerId="ADAL" clId="{CEE3D067-EA0E-4751-8393-64DA0B6C1B13}" dt="2025-11-18T15:01:52.164" v="116" actId="11529"/>
          <ac:cxnSpMkLst>
            <pc:docMk/>
            <pc:sldMk cId="1520956907" sldId="256"/>
            <ac:cxnSpMk id="98" creationId="{FF9F8298-0011-CC8D-DAE4-55055A893FA5}"/>
          </ac:cxnSpMkLst>
        </pc:cxnChg>
        <pc:cxnChg chg="add mod">
          <ac:chgData name="ZAHARI NIKOLOV" userId="69497bac-c65f-4b7c-a7b1-b38745be656e" providerId="ADAL" clId="{CEE3D067-EA0E-4751-8393-64DA0B6C1B13}" dt="2025-11-18T15:06:34.553" v="176" actId="14100"/>
          <ac:cxnSpMkLst>
            <pc:docMk/>
            <pc:sldMk cId="1520956907" sldId="256"/>
            <ac:cxnSpMk id="100" creationId="{6383639A-0855-9548-C827-44A6C88EBE9C}"/>
          </ac:cxnSpMkLst>
        </pc:cxnChg>
        <pc:cxnChg chg="add mod">
          <ac:chgData name="ZAHARI NIKOLOV" userId="69497bac-c65f-4b7c-a7b1-b38745be656e" providerId="ADAL" clId="{CEE3D067-EA0E-4751-8393-64DA0B6C1B13}" dt="2025-11-18T15:06:20.472" v="173" actId="14100"/>
          <ac:cxnSpMkLst>
            <pc:docMk/>
            <pc:sldMk cId="1520956907" sldId="256"/>
            <ac:cxnSpMk id="102" creationId="{0DD204EF-DCFA-2C2F-B8AE-A51C2BE1BEE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4B65-0D2F-BBF9-8283-A2E0BBCCF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A5CD71-0D2D-ABA7-D98E-5E5BD2E32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759B2-22F3-6F0D-45FA-0964086A9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6DE1-0DA7-4514-957B-2814E0328CEB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AEB2C-2D64-9BBB-48D7-01042F1E5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A4AE5-1C6B-A173-B77A-7265E8A5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BD1D-169B-44F8-AD72-12A29AC0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0636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14125-40F8-ACE5-78DC-F53D2B24D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2FA96-0DB6-F065-7ECA-2ACC6EA26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DD0A2-8EFC-75FF-FFDA-A8056301D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6DE1-0DA7-4514-957B-2814E0328CEB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98393-1C1D-6095-C490-CA8B91B11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B19D4-7B5B-E648-EA7E-4ABD13F75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BD1D-169B-44F8-AD72-12A29AC0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457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C1977-43F8-9581-9495-31845A4D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2F3A-CB8F-4C74-5F17-48360B76F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1A707-F8ED-220F-822A-218B6199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6DE1-0DA7-4514-957B-2814E0328CEB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EBC37-FB23-1DE0-D130-239D373EE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1F038-7A4A-B960-A500-B9F750B11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BD1D-169B-44F8-AD72-12A29AC0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025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E69F-2CD0-B47D-38F0-96D48D287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69931-18D9-401D-D72D-52F5EB465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DE325-F9B6-C26A-9AFE-CE3B5A44F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473E8-B5E2-F7A7-72C9-B3E71F67D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6DE1-0DA7-4514-957B-2814E0328CEB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1D79E-F566-1BD8-548C-B7A0DF3E3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559D9-D069-6B63-AD98-1515CE7B2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BD1D-169B-44F8-AD72-12A29AC0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089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5652-C4F0-F7DF-F5C0-DA7F9B3AF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FE7B6-24F9-6A4D-914F-88CA0F509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7F6EF-582A-740B-4781-90022EC6A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6705BE-BB9E-F60E-81CE-2418630F07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680B97-5621-4D71-589F-6DAF2DA9C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637424-E0AF-83F9-2820-05AE330F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6DE1-0DA7-4514-957B-2814E0328CEB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F760E9-5DDA-1551-3AB9-5C3FB6299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472D61-74A6-BD58-585A-66DF7A0E9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BD1D-169B-44F8-AD72-12A29AC0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621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0414B-CD5D-02BA-C371-33A5BC073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D9CBAD-1B7C-54F0-7B50-5190EE957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6DE1-0DA7-4514-957B-2814E0328CEB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0D4998-064F-049F-39F2-6FBAA84A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39D6DC-F65B-D2C6-138E-F92A033A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BD1D-169B-44F8-AD72-12A29AC0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985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AA6FD3-C03D-D5AF-A1A8-75C1E65FE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6DE1-0DA7-4514-957B-2814E0328CEB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C0928A-BE76-4936-05CD-3932CD26E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43D7D-00DF-0411-A5D4-CDAC98F99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BD1D-169B-44F8-AD72-12A29AC0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79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5F0CC-88E0-6297-7C94-0136BAEA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80AD1-F21F-20E8-A8D1-1065DD528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BBC9D-ED4E-A1C8-BA6A-38A1F3076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DAFD8-9030-6875-50B4-2DBEF8811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6DE1-0DA7-4514-957B-2814E0328CEB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E530C-A24B-D4B1-1483-209B7E45F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0537F-CDC7-A964-7001-133A42C14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BD1D-169B-44F8-AD72-12A29AC0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871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C0D1-C56C-A9C4-E332-29CC7B098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E701E2-3DBF-8ADA-80DB-5CF879A250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63E41-24DF-BEB6-74D1-BCDD46E72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FAFD7-AD84-F593-F6BD-3C64C5C40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6DE1-0DA7-4514-957B-2814E0328CEB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E317F-43D7-003A-9CDF-BE9F3EFBB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19360-32C1-5EE0-2C27-F5237C68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BD1D-169B-44F8-AD72-12A29AC0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630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CBB10-53FA-09DE-DD3F-CD2645B04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7E97CE-FF0F-8C06-7876-B5BD814D0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AB39-CE2C-4441-A613-D4B73E255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6DE1-0DA7-4514-957B-2814E0328CEB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138B0-F402-EBE2-1D2A-9C30F0B5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4C6B6-AB4F-7524-A8CB-F0D3BF42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BD1D-169B-44F8-AD72-12A29AC0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232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B39C04-7BD8-D291-CCC5-206D6E561E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AE8AF-9509-7B36-9F62-812567711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FAD77-9290-1A57-CF2E-21D1038F2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6DE1-0DA7-4514-957B-2814E0328CEB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4C151-D868-0748-9603-29F94A4BC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0E2E7-34E0-B6EE-3292-FD88CBBD0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BD1D-169B-44F8-AD72-12A29AC0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64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EBAB7D-B697-B441-1732-0C2AB4C50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D7AAA-2A8D-9265-9DE8-09BADFDF3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FAEC7-614D-58A9-BF2C-27FEEA76CC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86DE1-0DA7-4514-957B-2814E0328CEB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AEE15-5DE0-5707-8FA1-B1884C17A5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3ED77-1A19-0D64-9B08-813D5AD6B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44BD1D-169B-44F8-AD72-12A29AC0C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732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C00221F-FF26-D70F-A48A-D1ECA43A31E9}"/>
              </a:ext>
            </a:extLst>
          </p:cNvPr>
          <p:cNvSpPr/>
          <p:nvPr/>
        </p:nvSpPr>
        <p:spPr>
          <a:xfrm>
            <a:off x="0" y="62784"/>
            <a:ext cx="1375575" cy="65200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E6A0BFF-0413-C2CE-2998-9143A210259D}"/>
              </a:ext>
            </a:extLst>
          </p:cNvPr>
          <p:cNvCxnSpPr>
            <a:cxnSpLocks/>
          </p:cNvCxnSpPr>
          <p:nvPr/>
        </p:nvCxnSpPr>
        <p:spPr>
          <a:xfrm flipV="1">
            <a:off x="2733368" y="615488"/>
            <a:ext cx="1189845" cy="957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5829916-B3E0-1F59-9ED4-EFE7DE9640FE}"/>
              </a:ext>
            </a:extLst>
          </p:cNvPr>
          <p:cNvCxnSpPr/>
          <p:nvPr/>
        </p:nvCxnSpPr>
        <p:spPr>
          <a:xfrm>
            <a:off x="5407234" y="599496"/>
            <a:ext cx="6042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D368613-5270-5F48-9166-ADA4BA4A0207}"/>
              </a:ext>
            </a:extLst>
          </p:cNvPr>
          <p:cNvSpPr txBox="1"/>
          <p:nvPr/>
        </p:nvSpPr>
        <p:spPr>
          <a:xfrm>
            <a:off x="5359662" y="219391"/>
            <a:ext cx="620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2177F5-FE5C-7A14-57B0-31C0AFC7AD41}"/>
              </a:ext>
            </a:extLst>
          </p:cNvPr>
          <p:cNvCxnSpPr>
            <a:cxnSpLocks/>
          </p:cNvCxnSpPr>
          <p:nvPr/>
        </p:nvCxnSpPr>
        <p:spPr>
          <a:xfrm flipH="1">
            <a:off x="3358728" y="954015"/>
            <a:ext cx="980042" cy="462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125D6C3-96D9-FE6F-3418-CD8B71ADC41F}"/>
              </a:ext>
            </a:extLst>
          </p:cNvPr>
          <p:cNvSpPr/>
          <p:nvPr/>
        </p:nvSpPr>
        <p:spPr>
          <a:xfrm>
            <a:off x="2301168" y="1432415"/>
            <a:ext cx="1216549" cy="54069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End Game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E2BC6B-F874-0DE3-EF6B-A3F624D85619}"/>
              </a:ext>
            </a:extLst>
          </p:cNvPr>
          <p:cNvSpPr txBox="1"/>
          <p:nvPr/>
        </p:nvSpPr>
        <p:spPr>
          <a:xfrm>
            <a:off x="3597210" y="764471"/>
            <a:ext cx="652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18" name="Flowchart: Decision 17">
            <a:extLst>
              <a:ext uri="{FF2B5EF4-FFF2-40B4-BE49-F238E27FC236}">
                <a16:creationId xmlns:a16="http://schemas.microsoft.com/office/drawing/2014/main" id="{C2EBE801-8011-1396-DE9C-CEDE39CB69B1}"/>
              </a:ext>
            </a:extLst>
          </p:cNvPr>
          <p:cNvSpPr/>
          <p:nvPr/>
        </p:nvSpPr>
        <p:spPr>
          <a:xfrm>
            <a:off x="4043371" y="121817"/>
            <a:ext cx="1276185" cy="100338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Room</a:t>
            </a:r>
          </a:p>
          <a:p>
            <a:pPr algn="ctr"/>
            <a:r>
              <a:rPr lang="en-GB" sz="1200" dirty="0"/>
              <a:t>(Clear Mobs?</a:t>
            </a:r>
          </a:p>
        </p:txBody>
      </p:sp>
      <p:sp>
        <p:nvSpPr>
          <p:cNvPr id="22" name="Flowchart: Decision 21">
            <a:extLst>
              <a:ext uri="{FF2B5EF4-FFF2-40B4-BE49-F238E27FC236}">
                <a16:creationId xmlns:a16="http://schemas.microsoft.com/office/drawing/2014/main" id="{3FFDB64B-1805-6ED0-F88B-E869BE675F76}"/>
              </a:ext>
            </a:extLst>
          </p:cNvPr>
          <p:cNvSpPr/>
          <p:nvPr/>
        </p:nvSpPr>
        <p:spPr>
          <a:xfrm>
            <a:off x="8576036" y="62784"/>
            <a:ext cx="1478943" cy="1073424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Level Up (Choose Loot)</a:t>
            </a:r>
          </a:p>
        </p:txBody>
      </p:sp>
      <p:sp>
        <p:nvSpPr>
          <p:cNvPr id="25" name="Flowchart: Process 24">
            <a:extLst>
              <a:ext uri="{FF2B5EF4-FFF2-40B4-BE49-F238E27FC236}">
                <a16:creationId xmlns:a16="http://schemas.microsoft.com/office/drawing/2014/main" id="{4B3C37AB-AB10-85D7-15D9-E665AF670679}"/>
              </a:ext>
            </a:extLst>
          </p:cNvPr>
          <p:cNvSpPr/>
          <p:nvPr/>
        </p:nvSpPr>
        <p:spPr>
          <a:xfrm>
            <a:off x="6410599" y="1370648"/>
            <a:ext cx="1546528" cy="644054"/>
          </a:xfrm>
          <a:prstGeom prst="flowChart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Inventory Menu</a:t>
            </a:r>
          </a:p>
        </p:txBody>
      </p:sp>
      <p:sp>
        <p:nvSpPr>
          <p:cNvPr id="31" name="Flowchart: Decision 30">
            <a:extLst>
              <a:ext uri="{FF2B5EF4-FFF2-40B4-BE49-F238E27FC236}">
                <a16:creationId xmlns:a16="http://schemas.microsoft.com/office/drawing/2014/main" id="{A064ADA7-B788-FD80-0ADB-053549C4D0A8}"/>
              </a:ext>
            </a:extLst>
          </p:cNvPr>
          <p:cNvSpPr/>
          <p:nvPr/>
        </p:nvSpPr>
        <p:spPr>
          <a:xfrm>
            <a:off x="8576036" y="1627136"/>
            <a:ext cx="1590261" cy="102647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Room</a:t>
            </a:r>
          </a:p>
          <a:p>
            <a:pPr algn="ctr"/>
            <a:r>
              <a:rPr lang="en-GB" sz="1200" dirty="0"/>
              <a:t>(Clear Mobs?)</a:t>
            </a:r>
          </a:p>
        </p:txBody>
      </p:sp>
      <p:sp>
        <p:nvSpPr>
          <p:cNvPr id="46" name="Flowchart: Decision 45">
            <a:extLst>
              <a:ext uri="{FF2B5EF4-FFF2-40B4-BE49-F238E27FC236}">
                <a16:creationId xmlns:a16="http://schemas.microsoft.com/office/drawing/2014/main" id="{71942F69-2FBB-D1B1-E868-F969267739E1}"/>
              </a:ext>
            </a:extLst>
          </p:cNvPr>
          <p:cNvSpPr/>
          <p:nvPr/>
        </p:nvSpPr>
        <p:spPr>
          <a:xfrm>
            <a:off x="8407068" y="3399502"/>
            <a:ext cx="1928195" cy="130071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Mini Boss (Clear Stage</a:t>
            </a:r>
            <a:r>
              <a:rPr lang="en-GB" sz="1000" dirty="0"/>
              <a:t>)</a:t>
            </a: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EA0858FA-CB80-C990-099E-E17EA5B2A530}"/>
              </a:ext>
            </a:extLst>
          </p:cNvPr>
          <p:cNvSpPr/>
          <p:nvPr/>
        </p:nvSpPr>
        <p:spPr>
          <a:xfrm>
            <a:off x="6036732" y="160181"/>
            <a:ext cx="1367622" cy="857085"/>
          </a:xfrm>
          <a:prstGeom prst="flowChartDecisi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Save Game and Exit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995339-A093-2DAB-DDDA-EC44D0AB89D0}"/>
              </a:ext>
            </a:extLst>
          </p:cNvPr>
          <p:cNvSpPr txBox="1"/>
          <p:nvPr/>
        </p:nvSpPr>
        <p:spPr>
          <a:xfrm>
            <a:off x="9340044" y="2805024"/>
            <a:ext cx="697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1273618A-2124-EFDB-20C1-40BF56E76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711" y="4177443"/>
            <a:ext cx="1414395" cy="902286"/>
          </a:xfrm>
          <a:prstGeom prst="rect">
            <a:avLst/>
          </a:prstGeom>
        </p:spPr>
      </p:pic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F6F73C3-D065-A18C-FB00-C593D12A555B}"/>
              </a:ext>
            </a:extLst>
          </p:cNvPr>
          <p:cNvCxnSpPr>
            <a:cxnSpLocks/>
          </p:cNvCxnSpPr>
          <p:nvPr/>
        </p:nvCxnSpPr>
        <p:spPr>
          <a:xfrm>
            <a:off x="7492032" y="643181"/>
            <a:ext cx="10024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37FF790-39BD-10A4-8765-B04B2973EB33}"/>
              </a:ext>
            </a:extLst>
          </p:cNvPr>
          <p:cNvCxnSpPr>
            <a:cxnSpLocks/>
          </p:cNvCxnSpPr>
          <p:nvPr/>
        </p:nvCxnSpPr>
        <p:spPr>
          <a:xfrm flipH="1">
            <a:off x="5628648" y="835528"/>
            <a:ext cx="666236" cy="414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A258DD68-3ED5-1C18-0AEC-C373A9097ECF}"/>
              </a:ext>
            </a:extLst>
          </p:cNvPr>
          <p:cNvSpPr txBox="1"/>
          <p:nvPr/>
        </p:nvSpPr>
        <p:spPr>
          <a:xfrm>
            <a:off x="5552076" y="711258"/>
            <a:ext cx="767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42C663-BCB1-CB58-DC3C-AEE1A485BC4C}"/>
              </a:ext>
            </a:extLst>
          </p:cNvPr>
          <p:cNvSpPr txBox="1"/>
          <p:nvPr/>
        </p:nvSpPr>
        <p:spPr>
          <a:xfrm>
            <a:off x="7812438" y="162275"/>
            <a:ext cx="49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3386F74-F03A-90E1-175E-B5E9D034D1CA}"/>
              </a:ext>
            </a:extLst>
          </p:cNvPr>
          <p:cNvCxnSpPr>
            <a:cxnSpLocks/>
          </p:cNvCxnSpPr>
          <p:nvPr/>
        </p:nvCxnSpPr>
        <p:spPr>
          <a:xfrm flipH="1">
            <a:off x="7988854" y="899444"/>
            <a:ext cx="950690" cy="451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D191BBDA-B0F3-BAD5-B584-E4CED7795DAB}"/>
              </a:ext>
            </a:extLst>
          </p:cNvPr>
          <p:cNvSpPr txBox="1"/>
          <p:nvPr/>
        </p:nvSpPr>
        <p:spPr>
          <a:xfrm>
            <a:off x="8186792" y="804798"/>
            <a:ext cx="547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8F40571-C1FB-76D9-2820-FCB4D6837430}"/>
              </a:ext>
            </a:extLst>
          </p:cNvPr>
          <p:cNvCxnSpPr>
            <a:cxnSpLocks/>
          </p:cNvCxnSpPr>
          <p:nvPr/>
        </p:nvCxnSpPr>
        <p:spPr>
          <a:xfrm>
            <a:off x="8057934" y="1784701"/>
            <a:ext cx="529475" cy="2562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64A47B8-38A4-A8B8-E65B-4FBC39A6D352}"/>
              </a:ext>
            </a:extLst>
          </p:cNvPr>
          <p:cNvCxnSpPr>
            <a:cxnSpLocks/>
          </p:cNvCxnSpPr>
          <p:nvPr/>
        </p:nvCxnSpPr>
        <p:spPr>
          <a:xfrm>
            <a:off x="9340044" y="1207383"/>
            <a:ext cx="0" cy="336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07386750-DE51-D334-871D-B23258D95ED8}"/>
              </a:ext>
            </a:extLst>
          </p:cNvPr>
          <p:cNvSpPr txBox="1"/>
          <p:nvPr/>
        </p:nvSpPr>
        <p:spPr>
          <a:xfrm>
            <a:off x="9340044" y="1195396"/>
            <a:ext cx="52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842F605-59A7-B1B4-752C-21FE3B990B1B}"/>
              </a:ext>
            </a:extLst>
          </p:cNvPr>
          <p:cNvCxnSpPr>
            <a:cxnSpLocks/>
          </p:cNvCxnSpPr>
          <p:nvPr/>
        </p:nvCxnSpPr>
        <p:spPr>
          <a:xfrm>
            <a:off x="9373957" y="2796849"/>
            <a:ext cx="228" cy="538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383639A-0855-9548-C827-44A6C88EBE9C}"/>
              </a:ext>
            </a:extLst>
          </p:cNvPr>
          <p:cNvCxnSpPr>
            <a:cxnSpLocks/>
          </p:cNvCxnSpPr>
          <p:nvPr/>
        </p:nvCxnSpPr>
        <p:spPr>
          <a:xfrm flipH="1">
            <a:off x="6294884" y="2223365"/>
            <a:ext cx="2337199" cy="3725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0DD204EF-DCFA-2C2F-B8AE-A51C2BE1BEEB}"/>
              </a:ext>
            </a:extLst>
          </p:cNvPr>
          <p:cNvCxnSpPr>
            <a:cxnSpLocks/>
          </p:cNvCxnSpPr>
          <p:nvPr/>
        </p:nvCxnSpPr>
        <p:spPr>
          <a:xfrm flipV="1">
            <a:off x="2929106" y="2051300"/>
            <a:ext cx="0" cy="652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AAD672B-15E5-6B7D-BEED-AF8B7532E907}"/>
              </a:ext>
            </a:extLst>
          </p:cNvPr>
          <p:cNvSpPr txBox="1"/>
          <p:nvPr/>
        </p:nvSpPr>
        <p:spPr>
          <a:xfrm>
            <a:off x="8108912" y="2237892"/>
            <a:ext cx="576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E98494B-CEAD-11A4-7B8C-7398ECAEE940}"/>
              </a:ext>
            </a:extLst>
          </p:cNvPr>
          <p:cNvCxnSpPr>
            <a:cxnSpLocks/>
          </p:cNvCxnSpPr>
          <p:nvPr/>
        </p:nvCxnSpPr>
        <p:spPr>
          <a:xfrm flipV="1">
            <a:off x="2918610" y="2616466"/>
            <a:ext cx="3376274" cy="870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49446CC-E616-81DF-66D4-AD6CFE0DE991}"/>
              </a:ext>
            </a:extLst>
          </p:cNvPr>
          <p:cNvCxnSpPr>
            <a:cxnSpLocks/>
          </p:cNvCxnSpPr>
          <p:nvPr/>
        </p:nvCxnSpPr>
        <p:spPr>
          <a:xfrm flipH="1" flipV="1">
            <a:off x="6294884" y="2616466"/>
            <a:ext cx="2644660" cy="10046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1BE97A0-CC03-1F67-90FB-5B4DB548CB75}"/>
              </a:ext>
            </a:extLst>
          </p:cNvPr>
          <p:cNvCxnSpPr>
            <a:cxnSpLocks/>
          </p:cNvCxnSpPr>
          <p:nvPr/>
        </p:nvCxnSpPr>
        <p:spPr>
          <a:xfrm flipH="1">
            <a:off x="7894335" y="4322334"/>
            <a:ext cx="749369" cy="645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17AFBF1-5D29-74F0-D863-D5A5A19533A9}"/>
              </a:ext>
            </a:extLst>
          </p:cNvPr>
          <p:cNvSpPr txBox="1"/>
          <p:nvPr/>
        </p:nvSpPr>
        <p:spPr>
          <a:xfrm>
            <a:off x="7924389" y="3036135"/>
            <a:ext cx="53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1F1D72-F039-89AD-A895-6BA41E7F0641}"/>
              </a:ext>
            </a:extLst>
          </p:cNvPr>
          <p:cNvSpPr txBox="1"/>
          <p:nvPr/>
        </p:nvSpPr>
        <p:spPr>
          <a:xfrm>
            <a:off x="7643300" y="3808111"/>
            <a:ext cx="559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409EA89-7A23-5018-0386-C7F91BA27A69}"/>
              </a:ext>
            </a:extLst>
          </p:cNvPr>
          <p:cNvSpPr txBox="1"/>
          <p:nvPr/>
        </p:nvSpPr>
        <p:spPr>
          <a:xfrm>
            <a:off x="6294437" y="4086754"/>
            <a:ext cx="656037" cy="371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B56A97-5E5D-41B9-1669-3848268BEAC1}"/>
              </a:ext>
            </a:extLst>
          </p:cNvPr>
          <p:cNvCxnSpPr>
            <a:cxnSpLocks/>
          </p:cNvCxnSpPr>
          <p:nvPr/>
        </p:nvCxnSpPr>
        <p:spPr>
          <a:xfrm flipH="1">
            <a:off x="9104671" y="4754649"/>
            <a:ext cx="287325" cy="5324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Flowchart: Decision 18">
            <a:extLst>
              <a:ext uri="{FF2B5EF4-FFF2-40B4-BE49-F238E27FC236}">
                <a16:creationId xmlns:a16="http://schemas.microsoft.com/office/drawing/2014/main" id="{B583138F-054C-FA01-F6DE-F6F5A34421F3}"/>
              </a:ext>
            </a:extLst>
          </p:cNvPr>
          <p:cNvSpPr/>
          <p:nvPr/>
        </p:nvSpPr>
        <p:spPr>
          <a:xfrm>
            <a:off x="7728668" y="5287126"/>
            <a:ext cx="2148840" cy="103981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Continue to next stage (need a key</a:t>
            </a:r>
            <a:r>
              <a:rPr lang="en-GB" sz="1000" dirty="0"/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5B591B-6A0A-B545-21E9-25617B84E809}"/>
              </a:ext>
            </a:extLst>
          </p:cNvPr>
          <p:cNvSpPr txBox="1"/>
          <p:nvPr/>
        </p:nvSpPr>
        <p:spPr>
          <a:xfrm>
            <a:off x="9587660" y="4685201"/>
            <a:ext cx="54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5FBDF43-FDCE-0AF1-7873-217F2D540FDF}"/>
              </a:ext>
            </a:extLst>
          </p:cNvPr>
          <p:cNvCxnSpPr>
            <a:cxnSpLocks/>
          </p:cNvCxnSpPr>
          <p:nvPr/>
        </p:nvCxnSpPr>
        <p:spPr>
          <a:xfrm>
            <a:off x="7701921" y="4877070"/>
            <a:ext cx="680752" cy="458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07148C9-059E-4416-2446-11165352D2FB}"/>
              </a:ext>
            </a:extLst>
          </p:cNvPr>
          <p:cNvCxnSpPr>
            <a:cxnSpLocks/>
          </p:cNvCxnSpPr>
          <p:nvPr/>
        </p:nvCxnSpPr>
        <p:spPr>
          <a:xfrm>
            <a:off x="10030289" y="5807032"/>
            <a:ext cx="5216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D59099D-2DD8-7EFF-5EFD-1384E43C091C}"/>
              </a:ext>
            </a:extLst>
          </p:cNvPr>
          <p:cNvSpPr/>
          <p:nvPr/>
        </p:nvSpPr>
        <p:spPr>
          <a:xfrm>
            <a:off x="10605430" y="5513128"/>
            <a:ext cx="1406013" cy="7122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Go back to previous rooms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0D9E6C-74FB-4F6B-C541-EDBEFC33DACC}"/>
              </a:ext>
            </a:extLst>
          </p:cNvPr>
          <p:cNvSpPr txBox="1"/>
          <p:nvPr/>
        </p:nvSpPr>
        <p:spPr>
          <a:xfrm>
            <a:off x="10030289" y="5419721"/>
            <a:ext cx="707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DC9EE5F-90EE-11F4-5841-CE2C12557D5E}"/>
              </a:ext>
            </a:extLst>
          </p:cNvPr>
          <p:cNvCxnSpPr>
            <a:cxnSpLocks/>
          </p:cNvCxnSpPr>
          <p:nvPr/>
        </p:nvCxnSpPr>
        <p:spPr>
          <a:xfrm flipH="1">
            <a:off x="7610168" y="6121157"/>
            <a:ext cx="510805" cy="205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89DA86C-D6F8-871B-376A-F3D0B9397C1C}"/>
              </a:ext>
            </a:extLst>
          </p:cNvPr>
          <p:cNvSpPr txBox="1"/>
          <p:nvPr/>
        </p:nvSpPr>
        <p:spPr>
          <a:xfrm>
            <a:off x="7761490" y="6206391"/>
            <a:ext cx="577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2F4113-D4DA-0799-774C-AB73847BB347}"/>
              </a:ext>
            </a:extLst>
          </p:cNvPr>
          <p:cNvSpPr/>
          <p:nvPr/>
        </p:nvSpPr>
        <p:spPr>
          <a:xfrm>
            <a:off x="5728372" y="6013696"/>
            <a:ext cx="1712725" cy="67841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Continue with the game</a:t>
            </a:r>
          </a:p>
        </p:txBody>
      </p:sp>
      <p:sp>
        <p:nvSpPr>
          <p:cNvPr id="36" name="Flowchart: Process 35">
            <a:extLst>
              <a:ext uri="{FF2B5EF4-FFF2-40B4-BE49-F238E27FC236}">
                <a16:creationId xmlns:a16="http://schemas.microsoft.com/office/drawing/2014/main" id="{83BBA24B-96CA-E3F4-104A-87D7258DF917}"/>
              </a:ext>
            </a:extLst>
          </p:cNvPr>
          <p:cNvSpPr/>
          <p:nvPr/>
        </p:nvSpPr>
        <p:spPr>
          <a:xfrm>
            <a:off x="4173656" y="1344115"/>
            <a:ext cx="1590261" cy="698533"/>
          </a:xfrm>
          <a:prstGeom prst="flowChart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Choose file 1 or file 2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C2BCAB-F3AA-2465-6975-6F1F9FF7C8CB}"/>
              </a:ext>
            </a:extLst>
          </p:cNvPr>
          <p:cNvCxnSpPr>
            <a:cxnSpLocks/>
          </p:cNvCxnSpPr>
          <p:nvPr/>
        </p:nvCxnSpPr>
        <p:spPr>
          <a:xfrm flipH="1">
            <a:off x="3572361" y="1784701"/>
            <a:ext cx="5466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332889B-D58C-EC21-5F44-FD4150D73015}"/>
              </a:ext>
            </a:extLst>
          </p:cNvPr>
          <p:cNvCxnSpPr>
            <a:cxnSpLocks/>
            <a:stCxn id="45" idx="3"/>
          </p:cNvCxnSpPr>
          <p:nvPr/>
        </p:nvCxnSpPr>
        <p:spPr>
          <a:xfrm flipH="1" flipV="1">
            <a:off x="5311603" y="2096241"/>
            <a:ext cx="1638871" cy="2176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BCDFE76-45EB-58BF-C5AD-98E4552BE5C2}"/>
              </a:ext>
            </a:extLst>
          </p:cNvPr>
          <p:cNvCxnSpPr>
            <a:cxnSpLocks/>
          </p:cNvCxnSpPr>
          <p:nvPr/>
        </p:nvCxnSpPr>
        <p:spPr>
          <a:xfrm>
            <a:off x="1432444" y="435900"/>
            <a:ext cx="241524" cy="126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Flowchart: Decision 91">
            <a:extLst>
              <a:ext uri="{FF2B5EF4-FFF2-40B4-BE49-F238E27FC236}">
                <a16:creationId xmlns:a16="http://schemas.microsoft.com/office/drawing/2014/main" id="{711DEDA1-0A7E-F299-3FCB-990B9276C2AA}"/>
              </a:ext>
            </a:extLst>
          </p:cNvPr>
          <p:cNvSpPr/>
          <p:nvPr/>
        </p:nvSpPr>
        <p:spPr>
          <a:xfrm>
            <a:off x="1151680" y="435900"/>
            <a:ext cx="1768856" cy="102647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Enter Dungeon or lobby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63B69FE-06E0-9577-BD23-E31776029911}"/>
              </a:ext>
            </a:extLst>
          </p:cNvPr>
          <p:cNvSpPr txBox="1"/>
          <p:nvPr/>
        </p:nvSpPr>
        <p:spPr>
          <a:xfrm>
            <a:off x="2692273" y="390107"/>
            <a:ext cx="1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Enter Dungeon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B24C3CC-8A71-DDEB-0B1E-B74C423EAD67}"/>
              </a:ext>
            </a:extLst>
          </p:cNvPr>
          <p:cNvCxnSpPr>
            <a:cxnSpLocks/>
          </p:cNvCxnSpPr>
          <p:nvPr/>
        </p:nvCxnSpPr>
        <p:spPr>
          <a:xfrm flipH="1">
            <a:off x="1151679" y="1416515"/>
            <a:ext cx="401527" cy="806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1C675441-B380-8126-AB76-87C16751A360}"/>
              </a:ext>
            </a:extLst>
          </p:cNvPr>
          <p:cNvSpPr txBox="1"/>
          <p:nvPr/>
        </p:nvSpPr>
        <p:spPr>
          <a:xfrm>
            <a:off x="408332" y="1564261"/>
            <a:ext cx="1915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Enter Lobby</a:t>
            </a:r>
          </a:p>
        </p:txBody>
      </p:sp>
      <p:sp>
        <p:nvSpPr>
          <p:cNvPr id="107" name="Flowchart: Decision 106">
            <a:extLst>
              <a:ext uri="{FF2B5EF4-FFF2-40B4-BE49-F238E27FC236}">
                <a16:creationId xmlns:a16="http://schemas.microsoft.com/office/drawing/2014/main" id="{AA7D184D-E4BA-3568-842E-44933C6F0EB9}"/>
              </a:ext>
            </a:extLst>
          </p:cNvPr>
          <p:cNvSpPr/>
          <p:nvPr/>
        </p:nvSpPr>
        <p:spPr>
          <a:xfrm>
            <a:off x="332244" y="2280961"/>
            <a:ext cx="1638870" cy="100125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Interact with NPCs? 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702C66E-4A2B-BAA6-E363-562390E8B3F9}"/>
              </a:ext>
            </a:extLst>
          </p:cNvPr>
          <p:cNvCxnSpPr>
            <a:cxnSpLocks/>
          </p:cNvCxnSpPr>
          <p:nvPr/>
        </p:nvCxnSpPr>
        <p:spPr>
          <a:xfrm flipH="1">
            <a:off x="521110" y="3220801"/>
            <a:ext cx="355123" cy="771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Flowchart: Process 109">
            <a:extLst>
              <a:ext uri="{FF2B5EF4-FFF2-40B4-BE49-F238E27FC236}">
                <a16:creationId xmlns:a16="http://schemas.microsoft.com/office/drawing/2014/main" id="{5DFF0554-E3B1-36B0-82C8-3104A1244FAC}"/>
              </a:ext>
            </a:extLst>
          </p:cNvPr>
          <p:cNvSpPr/>
          <p:nvPr/>
        </p:nvSpPr>
        <p:spPr>
          <a:xfrm>
            <a:off x="78499" y="4073456"/>
            <a:ext cx="1595469" cy="731013"/>
          </a:xfrm>
          <a:prstGeom prst="flowChart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NPC Dialogue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CF3B0DEA-0F16-E7C8-DB76-9C2C186AF0C1}"/>
              </a:ext>
            </a:extLst>
          </p:cNvPr>
          <p:cNvCxnSpPr/>
          <p:nvPr/>
        </p:nvCxnSpPr>
        <p:spPr>
          <a:xfrm>
            <a:off x="1971114" y="3066046"/>
            <a:ext cx="721159" cy="6407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4" name="Flowchart: Process 113">
            <a:extLst>
              <a:ext uri="{FF2B5EF4-FFF2-40B4-BE49-F238E27FC236}">
                <a16:creationId xmlns:a16="http://schemas.microsoft.com/office/drawing/2014/main" id="{BCBF79B1-6CB7-B933-5FA4-A9148BE8E673}"/>
              </a:ext>
            </a:extLst>
          </p:cNvPr>
          <p:cNvSpPr/>
          <p:nvPr/>
        </p:nvSpPr>
        <p:spPr>
          <a:xfrm>
            <a:off x="2366794" y="3811936"/>
            <a:ext cx="1362184" cy="731013"/>
          </a:xfrm>
          <a:prstGeom prst="flowChart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Enter Dungeon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319C777-352F-C65D-D254-20F02EBE12FF}"/>
              </a:ext>
            </a:extLst>
          </p:cNvPr>
          <p:cNvSpPr txBox="1"/>
          <p:nvPr/>
        </p:nvSpPr>
        <p:spPr>
          <a:xfrm>
            <a:off x="235042" y="3298621"/>
            <a:ext cx="616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6DFA3E1-79D7-9934-467F-531BE4BDFED1}"/>
              </a:ext>
            </a:extLst>
          </p:cNvPr>
          <p:cNvSpPr txBox="1"/>
          <p:nvPr/>
        </p:nvSpPr>
        <p:spPr>
          <a:xfrm>
            <a:off x="2308270" y="3100821"/>
            <a:ext cx="797856" cy="382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520956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87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ZAHARI NIKOLOV</dc:creator>
  <cp:lastModifiedBy>ZAHARI NIKOLOV</cp:lastModifiedBy>
  <cp:revision>2</cp:revision>
  <dcterms:created xsi:type="dcterms:W3CDTF">2025-11-18T14:12:43Z</dcterms:created>
  <dcterms:modified xsi:type="dcterms:W3CDTF">2025-11-20T17:00:53Z</dcterms:modified>
</cp:coreProperties>
</file>